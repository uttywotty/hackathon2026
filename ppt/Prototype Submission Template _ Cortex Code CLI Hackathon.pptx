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anrope" pitchFamily="2" charset="0"/>
      <p:regular r:id="rId9"/>
      <p:bold r:id="rId10"/>
    </p:embeddedFont>
    <p:embeddedFont>
      <p:font typeface="Manrope SemiBold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deded 14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67258" y="32992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b="1" dirty="0" err="1"/>
              <a:t>emoldinounited</a:t>
            </a:r>
            <a:endParaRPr sz="1343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7237" y="4355912"/>
            <a:ext cx="8244026" cy="62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Autonomous multi-signal anomaly detection for manufacturing fleets</a:t>
            </a:r>
            <a:endParaRPr sz="11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7248" y="36412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Utku Gulbardak</a:t>
            </a:r>
            <a:endParaRPr sz="1343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7238" y="40138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1</a:t>
            </a:r>
            <a:endParaRPr sz="1343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deded 14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522945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GB" sz="1442" b="1" i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sz="1442" b="1" i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Cortex Code CLI skills are used and how they connect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lvl="0" indent="-3122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315C08-9408-7BC3-119D-2895110EBF7A}"/>
              </a:ext>
            </a:extLst>
          </p:cNvPr>
          <p:cNvSpPr txBox="1"/>
          <p:nvPr/>
        </p:nvSpPr>
        <p:spPr>
          <a:xfrm>
            <a:off x="137160" y="557784"/>
            <a:ext cx="1006933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Problem Brief</a:t>
            </a:r>
          </a:p>
          <a:p>
            <a:endParaRPr lang="en-US" dirty="0"/>
          </a:p>
          <a:p>
            <a:r>
              <a:rPr lang="en-US" dirty="0"/>
              <a:t>  What real business problem does this solve?</a:t>
            </a:r>
          </a:p>
          <a:p>
            <a:endParaRPr lang="en-US" dirty="0"/>
          </a:p>
          <a:p>
            <a:r>
              <a:rPr lang="en-US" dirty="0"/>
              <a:t>  Manufacturing lines generate millions of shots per week monitored by single-metric dashboards (cycle time</a:t>
            </a:r>
          </a:p>
          <a:p>
            <a:r>
              <a:rPr lang="en-US" dirty="0"/>
              <a:t>  alerts, stop count thresholds). But the most costly anomalies are multi-signal: a machine drifting 2% per week</a:t>
            </a:r>
          </a:p>
          <a:p>
            <a:r>
              <a:rPr lang="en-US" dirty="0"/>
              <a:t>  looks healthy on any single day, high repair time with normal fault frequency is invisible to stop-count</a:t>
            </a:r>
          </a:p>
          <a:p>
            <a:r>
              <a:rPr lang="en-US" dirty="0"/>
              <a:t>  alerts, and declining week-over-week stability -- the earliest warning -- has no threshold to trigger.</a:t>
            </a:r>
          </a:p>
          <a:p>
            <a:endParaRPr lang="en-US" dirty="0"/>
          </a:p>
          <a:p>
            <a:r>
              <a:rPr lang="en-US" dirty="0"/>
              <a:t>  These missed anomalies cause progressive quality loss, unplanned downtime, and scrap that accumulates silently</a:t>
            </a:r>
          </a:p>
          <a:p>
            <a:r>
              <a:rPr lang="en-US" dirty="0"/>
              <a:t>  until a critical failure forces a line stop.</a:t>
            </a:r>
          </a:p>
          <a:p>
            <a:endParaRPr lang="en-US" dirty="0"/>
          </a:p>
          <a:p>
            <a:r>
              <a:rPr lang="en-US" dirty="0"/>
              <a:t>  Who is the target user/persona?</a:t>
            </a:r>
          </a:p>
          <a:p>
            <a:endParaRPr lang="en-US" dirty="0"/>
          </a:p>
          <a:p>
            <a:r>
              <a:rPr lang="en-US" dirty="0"/>
              <a:t>  Production engineers and plant managers responsible for 10-50 injection </a:t>
            </a:r>
            <a:r>
              <a:rPr lang="en-US" dirty="0" err="1"/>
              <a:t>moulding</a:t>
            </a:r>
            <a:r>
              <a:rPr lang="en-US" dirty="0"/>
              <a:t> machines across multiple</a:t>
            </a:r>
          </a:p>
          <a:p>
            <a:r>
              <a:rPr lang="en-US" dirty="0"/>
              <a:t>  shifts. They lack time to cross-reference 4 separate metric views daily for every machine.</a:t>
            </a:r>
          </a:p>
          <a:p>
            <a:endParaRPr lang="en-US" dirty="0"/>
          </a:p>
          <a:p>
            <a:r>
              <a:rPr lang="en-US" dirty="0"/>
              <a:t>  What is the current pain point?</a:t>
            </a:r>
          </a:p>
          <a:p>
            <a:endParaRPr lang="en-US" dirty="0"/>
          </a:p>
          <a:p>
            <a:r>
              <a:rPr lang="en-US" dirty="0"/>
              <a:t>  Engineers manually correlate dashboards across CT deviation, run rate efficiency, MTBF/MTTR, and stability</a:t>
            </a:r>
          </a:p>
          <a:p>
            <a:r>
              <a:rPr lang="en-US" dirty="0"/>
              <a:t>  trends. This takes 30-60 minutes per machine and is done reactively after a failure -- not proactively across</a:t>
            </a:r>
          </a:p>
          <a:p>
            <a:r>
              <a:rPr lang="en-US" dirty="0"/>
              <a:t>  the fleet.</a:t>
            </a:r>
          </a:p>
          <a:p>
            <a:endParaRPr lang="en-US" dirty="0"/>
          </a:p>
          <a:p>
            <a:r>
              <a:rPr lang="en-US" dirty="0"/>
              <a:t>  How does this improve it?</a:t>
            </a:r>
          </a:p>
          <a:p>
            <a:endParaRPr lang="en-US" dirty="0"/>
          </a:p>
          <a:p>
            <a:r>
              <a:rPr lang="en-US" dirty="0"/>
              <a:t>  The agent runs </a:t>
            </a:r>
            <a:r>
              <a:rPr lang="en-US" dirty="0" err="1"/>
              <a:t>headlessly</a:t>
            </a:r>
            <a:r>
              <a:rPr lang="en-US" dirty="0"/>
              <a:t> on a trigger, sweeps the entire fleet in seconds, reasons across all four signal</a:t>
            </a:r>
          </a:p>
          <a:p>
            <a:r>
              <a:rPr lang="en-US" dirty="0"/>
              <a:t>  families simultaneously, autonomously investigates anomalies it finds, and records an auditable decision trail</a:t>
            </a:r>
          </a:p>
          <a:p>
            <a:r>
              <a:rPr lang="en-US" dirty="0"/>
              <a:t>  -- with zero human intervention.</a:t>
            </a:r>
          </a:p>
          <a:p>
            <a:endParaRPr lang="en-US" dirty="0"/>
          </a:p>
          <a:p>
            <a:r>
              <a:rPr lang="en-US" dirty="0"/>
              <a:t>  Industry/domain context:</a:t>
            </a:r>
          </a:p>
          <a:p>
            <a:endParaRPr lang="en-US" dirty="0"/>
          </a:p>
          <a:p>
            <a:r>
              <a:rPr lang="en-US" dirty="0"/>
              <a:t>  Injection </a:t>
            </a:r>
            <a:r>
              <a:rPr lang="en-US" dirty="0" err="1"/>
              <a:t>moulding</a:t>
            </a:r>
            <a:r>
              <a:rPr lang="en-US" dirty="0"/>
              <a:t> and die casting manufacturing. 8 machines, 243,000 shots over 6 weeks, synthetic but</a:t>
            </a:r>
          </a:p>
          <a:p>
            <a:r>
              <a:rPr lang="en-US" dirty="0"/>
              <a:t>  structurally identical to production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deded 14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57200" y="27432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1B"/>
                </a:solidFill>
              </a:defRPr>
            </a:pPr>
            <a:r>
              <a:t>2. Architecture Diagram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Autonomous Sense-Reason-Act Loop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[TRIGGER] Schedule or manual command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|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v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[SENSE] CT Deviation + Stability Decline (fleet sweep)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|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v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[REASON] Snowflake Cortex LLM (Claude Sonnet)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Cross-signal reasoning across detectors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Decides which machines need investigation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Selects follow-up tools dynamically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|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v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[ACT] Root Cause Analysis, Save Insights, Generate Reports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|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   v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[RECORD] Decision Trail + Self-grade against ground truth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CoCo CLI Skills: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$sense-equipment-anomalies - Fleet sweep (CT deviation + stability)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$investigate-shift-notes - Operator/maintenance context retrieval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$report-and-act - Decision recording and self-grading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Data Source: MMS_DEMO.PUBLIC.MASTER_SHOT_TABLE (Snowflake) - 243K rows, 8 machines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Snowflake Services: Cortex REST Messages API (Claude Sonnet, tools),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Snowflake Tables (MASTER_SHOT_TABLE, MOLD, SHIFT_NOTE, WORK_ORDER),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PAT Authentication, Synthetic data pipeline with planted defects.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deded 14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endParaRPr sz="600" i="1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7200" y="27432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1B"/>
                </a:solidFill>
              </a:defRPr>
            </a:pPr>
            <a:r>
              <a:t>3. Impact Statement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Measurable Outcomes: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Fleet sweep: under 60 seconds vs 30-60 minutes manual per machine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Catches anomalies that threshold monitors provably miss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Demo: MX-7103 drifts 24% with no single-metric alert firing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Zero false negatives on 4 planted defect types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Self-grading: verifiable accuracy, not anecdotal claims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Scalability Potential: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Works on any fleet size (per-machine sweep, parallelizable)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Detector modules are pluggable (add vibration, temperature, energy)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Same architecture applies to: finance fraud, supply chain disruption,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 predictive maintenance -- any domain with multi-signal anomalies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How This Extends Beyond the Demo: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Snowflake Task trigger for hourly/daily autonomous runs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Notification channels (email, Slack) for actionable alerts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Cortex Analyst for natural-language querying of the decision trail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- Train on historical trails to improve domain reasoning over time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End-to-End Demo (4 entry points):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1. Autonomous headless run: python scripts/run_agent.py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2. CoCo CLI interactive: $sense-equipment-anomalies / $investigate / $report-and-act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3. Streamlit UI: streamlit run demo/app.py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4. Test suite: 716 tests passing (684 app + 40 generator)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Framededed 14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413</Words>
  <Application>Microsoft Macintosh PowerPoint</Application>
  <PresentationFormat>On-screen Show (16:9)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Utku Gulbardak</cp:lastModifiedBy>
  <cp:revision>2</cp:revision>
  <dcterms:modified xsi:type="dcterms:W3CDTF">2026-08-04T00:39:49Z</dcterms:modified>
</cp:coreProperties>
</file>